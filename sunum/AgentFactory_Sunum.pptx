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0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Agent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AA"/>
                </a:solidFill>
                <a:latin typeface="Segoe UI"/>
              </a:defRPr>
            </a:pPr>
            <a:r>
              <a:t>Dogal Dil ile AI Agent Olusturma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77777"/>
                </a:solidFill>
                <a:latin typeface="Segoe UI"/>
              </a:defRPr>
            </a:pPr>
            <a:r>
              <a:t>Ne Yaptik  /  Nasil Yaptik  /  Neden Yaptik  /  Ne Yapicaz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Genel Bakis: Ne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Uctan uca kurulan altyapi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Agent Factory</a:t>
            </a:r>
            <a:br/>
            <a:r>
              <a:t>Uygulamasi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Dogal dille agent olustur,</a:t>
            </a:r>
            <a:br/>
            <a:r>
              <a:t>duzenle, sil, chat yap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474720" cy="192024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App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Uygulamayi Azure'a</a:t>
            </a:r>
            <a:br/>
            <a:r>
              <a:t>deploy ettik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474720" cy="1920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Front Door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200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Guvenli giris kapisi</a:t>
            </a:r>
            <a:br/>
            <a:r>
              <a:t>+ CDN + SSL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3474720" cy="19202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WAF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Guvenlik duvari</a:t>
            </a:r>
            <a:br/>
            <a:r>
              <a:t>custom kurallar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297680"/>
            <a:ext cx="347472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Origin 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Direkt erisimi</a:t>
            </a:r>
            <a:br/>
            <a:r>
              <a:t>kapattik → 403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297680"/>
            <a:ext cx="3474720" cy="19202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Git push → otomatik</a:t>
            </a:r>
            <a:br/>
            <a:r>
              <a:t>Azure 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Trafik Akisi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Bir istek nasil ilerliyor?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01168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Kullanici</a:t>
            </a:r>
            <a:br/>
            <a:r>
              <a:t>(Tarayici)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560320"/>
            <a:ext cx="2011680" cy="12801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Azure</a:t>
            </a:r>
            <a:br/>
            <a:r>
              <a:t>Front Door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560320"/>
            <a:ext cx="2011680" cy="12801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WAF</a:t>
            </a:r>
            <a:br/>
            <a:r>
              <a:t>Kurallari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560320"/>
            <a:ext cx="2011680" cy="128016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App Service</a:t>
            </a:r>
            <a:br/>
            <a:r>
              <a:t>(Backend+Frontend)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560320"/>
            <a:ext cx="2011680" cy="12801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Azure AI</a:t>
            </a:r>
            <a:br/>
            <a:r>
              <a:t>Foundry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01752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754880" y="301752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040880" y="301752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9326880" y="301752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HTTPS istegi</a:t>
            </a:r>
            <a:br/>
            <a:r>
              <a:t>gonderir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SSL sonlandirir</a:t>
            </a:r>
            <a:br/>
            <a:r>
              <a:t>CDN cache kontrol</a:t>
            </a:r>
            <a:br/>
            <a:r>
              <a:t>Header ekler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Rate limit kontrol</a:t>
            </a:r>
            <a:br/>
            <a:r>
              <a:t>Geo-filter kontrol</a:t>
            </a:r>
            <a:br/>
            <a:r>
              <a:t>Payload kontrol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FastAPI isleme alir</a:t>
            </a:r>
            <a:br/>
            <a:r>
              <a:t>React UI sunar</a:t>
            </a:r>
            <a:br/>
            <a:r>
              <a:t>API response doner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Agent calistirir</a:t>
            </a:r>
            <a:br/>
            <a:r>
              <a:t>GPT-4o cagrilir</a:t>
            </a:r>
            <a:br/>
            <a:r>
              <a:t>Sonuc doner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11155680" cy="82296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Engellenen trafik:  Direkt App Service erisimi → 403  |  TR disinda → 403  |  Rate limit asimi → 429  |  Buyuk payload → 403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App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Uygulamayi Azure'a Tasidik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App Service: Ne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Backend + Frontend'i Azure'da calistirdik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Azure Portal'dan App Service olusturduk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Python 3.11, Linux, West Europe bolge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B1 plan (paylasimli, ucretli katman)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Backend: FastAPI + Gunicorn + Uvicorn workers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Async destegi icin UvicornWorker kullanildi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- 2 worker, 120sn timeout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Frontend: React build → statik dosyalar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npm ci → npm run build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Backend uzerinden serve ediliyor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572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Neden App Service?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Managed platform — sunucu bakimi Microsoft'ta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OS patching, scaling otomatik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GitHub Actions entegrasyonu kolay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Push → Build → Deploy (3-5 dakika)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Auto-scale mumkun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Yuk artinca otomatik olceklenir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Diger Azure servisleriyle entegrasyon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Front Door, WAF, Managed Identity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Startup komutu ozellestirilebilir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537960"/>
            <a:ext cx="10698480" cy="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App Service: Nasil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Azure Portal uzerinden adim adim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103120" cy="54864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Resource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agentfactory-rg</a:t>
            </a:r>
            <a:br/>
            <a:r>
              <a:t>West Europe bolgesi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242316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6039" y="2286000"/>
            <a:ext cx="2103120" cy="54864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App Service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B1 tier (Linux)</a:t>
            </a:r>
            <a:br/>
            <a:r>
              <a:t>Python 3.11 runtime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9159" y="242316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37759" y="2286000"/>
            <a:ext cx="2103120" cy="54864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Web App Olustur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agentfactory-api</a:t>
            </a:r>
            <a:br/>
            <a:r>
              <a:t>GitHub repo baglantisi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79" y="242316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69479" y="2286000"/>
            <a:ext cx="2103120" cy="54864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Startup Komutu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Gunicorn + Uvicorn</a:t>
            </a:r>
            <a:br/>
            <a:r>
              <a:t>custom startup command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242316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0" y="2286000"/>
            <a:ext cx="2103120" cy="5486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5. Dogrulama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/api/health endpoint</a:t>
            </a:r>
            <a:br/>
            <a:r>
              <a:t>calisiyor mu kontrol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Azure Front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Guvenli Giris Kapisi + CDN + SSL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Front Door: Ne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Uygulamanin onune guvenlik + performans katmani koyduk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Front Door profili olusturduk (Standard tier)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Endpoint tanimladik: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agentfactory-*.azurefd.net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Origin group olusturduk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→ App Service'imizi origin olarak bagladik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Route tanimladik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→ Tum trafik (/*) backend'e yonlendirildi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HTTPS zorunlu, HTTP → HTTPS redirect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Neden Front Door?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SSL/TLS sifreleme (HTTPS zorunlu)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TLS 1.2+ — modern sifreleme standardi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Tek giris noktasi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Kullanicilar sadece FD URL'ini goruyor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Backend URL gizli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CDN (Content Delivery Network)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Statik dosyalar edge'den sunuluyor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Daha hizli sayfa yuklenme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WAF baglama noktasi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Guvenlik duvari burada aktif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Front Door: Nasil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Azure Portal uzerinden kurulum adimlari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10312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Profil Olustur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Standard tier</a:t>
            </a:r>
            <a:br/>
            <a:r>
              <a:t>Microsoft CDN</a:t>
            </a:r>
            <a:br/>
            <a:r>
              <a:t>agentfactory-fd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6039" y="2286000"/>
            <a:ext cx="210312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Endpoint Tanimla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agentfactory-*</a:t>
            </a:r>
            <a:br/>
            <a:r>
              <a:t>.azurefd.net</a:t>
            </a:r>
            <a:br/>
            <a:r>
              <a:t>HTTPS zorunlu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9159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37759" y="2286000"/>
            <a:ext cx="210312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Origin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App Service bagla</a:t>
            </a:r>
            <a:br/>
            <a:r>
              <a:t>Health probe aktif</a:t>
            </a:r>
            <a:br/>
            <a:r>
              <a:t>Priority: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79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69479" y="2286000"/>
            <a:ext cx="210312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Route Kurali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/* → origin group</a:t>
            </a:r>
            <a:br/>
            <a:r>
              <a:t>HTTPS redirect</a:t>
            </a:r>
            <a:br/>
            <a:r>
              <a:t>Cache policy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0" y="2286000"/>
            <a:ext cx="2103120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5. WAF Bagla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Security policy</a:t>
            </a:r>
            <a:br/>
            <a:r>
              <a:t>FD'ye WAF ekle</a:t>
            </a:r>
            <a:br/>
            <a:r>
              <a:t>Detection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3832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Kullanicinin eristigi URL.</a:t>
            </a:r>
            <a:br/>
            <a:r>
              <a:t>Dis dunyaya acilan adres.</a:t>
            </a:r>
            <a:br/>
            <a:r>
              <a:t>Custom domain baglanabilir.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572000"/>
            <a:ext cx="33832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Origin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29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Arkadaki gercek sunucu(lar).</a:t>
            </a:r>
            <a:br/>
            <a:r>
              <a:t>App Service buraya bagli.</a:t>
            </a:r>
            <a:br/>
            <a:r>
              <a:t>Health probe ile saglik kontrolu.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572000"/>
            <a:ext cx="338328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0292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URL pattern → origin eslestirmesi.</a:t>
            </a:r>
            <a:br/>
            <a:r>
              <a:t>/* = tum trafik yonlendirilir.</a:t>
            </a:r>
            <a:br/>
            <a:r>
              <a:t>Protocol: HTTPS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WAF (Web Application Firewall)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Guvenlik Duvari + Custom Kurallar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WAF: Ne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Front Door'a guvenlik duvari bagladik ve custom kurallar yazdik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Ne Yaptik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WAF policy olusturduk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agentfactory-waf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Front Door'a bagladik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3 custom kural yazdik: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1. Rate Limiting (IP basi istek limiti)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2. Geo-Filtering (sadece TR)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3. Payload Size Limiti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Su an Detection mode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Sadece logluyor, engellemiyor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Test edip Prevention'a gecirilecek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Neden WAF?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DDoS ve brute force korumassi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Rate limiting ile suistimal engellenir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Cografi kisitlama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Sirket TR'de, dis erisim gereksiz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Saldiri yuzeyini daraltir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Buyuk payload saldirilarini engelleme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Buffer overflow, zip bomb vb.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Ilerde OWASP kurallari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SQL injection, XSS, CSRF otomatik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- Premium tier ile gelecek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WAF: Custom Kurallar Detay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Yazdgimiz 3 guvenlik kurali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" cy="1463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RateLimitPerIP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Segoe UI"/>
              </a:defRPr>
            </a:pPr>
            <a:r>
              <a:t>Ne yapiyor: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IP basi dakikada max 300 API istegi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Neden: DDoS ve brute force saldiri korumasi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Segoe UI"/>
              </a:defRPr>
            </a:pPr>
            <a:r>
              <a:t>Sonuc: Asimda → 429 Too Many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657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87451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Match: Tum HTTP istekleri</a:t>
            </a:r>
            <a:br/>
            <a:r>
              <a:t>Action: Rate limit</a:t>
            </a:r>
            <a:br/>
            <a:r>
              <a:t>Threshold: 300 req/dk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13716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Geo-Filtering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AllowTurkeyOnly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29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Ne yapiyor: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Turkiye disindann gelen trafik engellenir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Neden: Sirket TR'de, disaridan erisim gereksiz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Sonuc: Diger ulkeler → 403 Forbidden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429000"/>
            <a:ext cx="3657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3566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Match: GeoLocation != TR</a:t>
            </a:r>
            <a:br/>
            <a:r>
              <a:t>Action: Block</a:t>
            </a:r>
            <a:br/>
            <a:r>
              <a:t>Oncelik: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37160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Payload Limiti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40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onsolas"/>
              </a:defRPr>
            </a:pPr>
            <a:r>
              <a:t>BlockLargePayload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Ne yapiyor: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512KB ustu istekler engellenir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669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Neden: Buyuk dosya/payload saldirilari onlenir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Sonuc: Buyuk POST/PUT → 403 Forbidden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5120640"/>
            <a:ext cx="3657600" cy="13716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0" y="5257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/>
              </a:defRPr>
            </a:pPr>
            <a:r>
              <a:t>Match: Content-Length &gt; 524288</a:t>
            </a:r>
            <a:br/>
            <a:r>
              <a:t>Action: Block</a:t>
            </a:r>
            <a:br/>
            <a:r>
              <a:t>Oncelik: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WAF: Nasil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Azure Portal uzerinden adim adim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103120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WAF Policy Olustur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Portal → WAF policies</a:t>
            </a:r>
            <a:br/>
            <a:r>
              <a:t>agentfactory-waf</a:t>
            </a:r>
            <a:br/>
            <a:r>
              <a:t>Front Door tier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39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6039" y="2286000"/>
            <a:ext cx="2103120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Custom Rule Ekle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Custom rules sekmesi</a:t>
            </a:r>
            <a:br/>
            <a:r>
              <a:t>Her kural tek tek</a:t>
            </a:r>
            <a:br/>
            <a:r>
              <a:t>tanimlandi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9159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37759" y="2286000"/>
            <a:ext cx="2103120" cy="1645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Front Door'a Bagla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Security policies → Add</a:t>
            </a:r>
            <a:br/>
            <a:r>
              <a:t>WAF'i FD endpoint'ine</a:t>
            </a:r>
            <a:br/>
            <a:r>
              <a:t>bagla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79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69479" y="2286000"/>
            <a:ext cx="2103120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Detection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Policy settings</a:t>
            </a:r>
            <a:br/>
            <a:r>
              <a:t>Detection mode sec</a:t>
            </a:r>
            <a:br/>
            <a:r>
              <a:t>Once logla, sonra engelle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72600" y="29260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01200" y="2286000"/>
            <a:ext cx="2103120" cy="1645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5. Test 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2004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Disaridan istek at</a:t>
            </a:r>
            <a:br/>
            <a:r>
              <a:t>Log'lari kontrol et</a:t>
            </a:r>
            <a:br/>
            <a:r>
              <a:t>Kurallar calisiyor mu?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E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Segoe UI"/>
              </a:defRPr>
            </a:pPr>
            <a:r>
              <a:t>Detection vs Prevention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Detection: Kurallara uyan istekleri loglar ama engellemez.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   → Su an biz buradayiz. Test asamasi.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Prevention: Kurallara uyan istekleri gercekten engeller.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   → Test tamamlaninca gecirilecek.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035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Neden once Detection?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   → False positive riski var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   → Normal trafik yanlis engellenebilir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   → Once loglara bakip kurallari ayarlayip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   → Sonra Prevention'a gecmek guvenli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Origin 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Direkt Erisim Engeli — 403 Forbidden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Origin Locking: Ne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App Service'e sadece Front Door uzerinden erisim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22860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Neden Gerekli?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WAF kurmak tek basina YETMEZ!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Eger biri direkt App Service URL'ini biliyorsa: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agentfactory-api-*.azurewebsites.net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→ WAF'i atlayarak backend'e erisebilir!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→ Tum guvenlik kurallari bypass edilir!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799" y="1828800"/>
            <a:ext cx="5193323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Segoe UI"/>
              </a:defRPr>
            </a:pPr>
            <a:r>
              <a:t>Nasil Cozduk?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App Service → Networking → Access Restrictions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AzureFrontDoor.Backend Service Tag ekledik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→ Sadece Front Door IP'leri izinli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X-Azure-FDID header kontrolu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   → Sadece BIZIM Front Door'dan gelen trafik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Unmatched rule: DENY (geri kalan engellenir)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111"/>
                </a:solidFill>
                <a:latin typeface="Segoe UI"/>
              </a:defRPr>
            </a:pPr>
            <a:r>
              <a:t>Sonuc: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5303520" cy="10972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Segoe UI"/>
              </a:defRPr>
            </a:pPr>
            <a:r>
              <a:t>Front Door uzerinden: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6A34A"/>
                </a:solidFill>
                <a:latin typeface="Consolas"/>
              </a:defRPr>
            </a:pPr>
            <a:r>
              <a:t>agentfactory-*.azurefd.net  →  200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120640"/>
            <a:ext cx="5029200" cy="109728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5212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Segoe UI"/>
              </a:defRPr>
            </a:pPr>
            <a:r>
              <a:t>Direkt erisim: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532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2626"/>
                </a:solidFill>
                <a:latin typeface="Consolas"/>
              </a:defRPr>
            </a:pPr>
            <a:r>
              <a:t>agentfactory-api-*.azurewebsites.net  →  403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Git Push → Otomatik Azure Deploy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CI/CD: Ne Yaptik?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GitHub Actions ile otomatik deploy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Segoe UI"/>
              </a:defRPr>
            </a:pPr>
            <a:r>
              <a:t>Ne Yaptik &amp; Neden?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GitHub'a kod push edildiginde uygulama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otomatik olarak Azure'a deploy oluyor.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Her guncellemede manuel deploy yok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Hata olursa pipeline durur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Bozuk kod canliya cikmaz</a:t>
            </a:r>
          </a:p>
          <a:p>
            <a:pPr>
              <a:spcAft>
                <a:spcPts val="600"/>
              </a:spcAft>
              <a:defRPr sz="1300">
                <a:solidFill>
                  <a:srgbClr val="666666"/>
                </a:solidFill>
                <a:latin typeface="Segoe UI"/>
              </a:defRPr>
            </a:pPr>
            <a:r>
              <a:t>• 3-5 dakikada uretimde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Workflow Tetikleme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r>
              <a:t>on: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r>
              <a:t>  push: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r>
              <a:t>    branches: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r>
              <a:t>      - feature/agent-factory-mvp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r>
              <a:t>  workflow_dispatch:</a:t>
            </a:r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AAAAAA"/>
                </a:solidFill>
                <a:latin typeface="Consolas"/>
              </a:defRPr>
            </a:pPr>
            <a:r>
              <a:t># Manuel tetikleme de mumkun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1737360" cy="109728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Git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760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Branch'e</a:t>
            </a:r>
            <a:br/>
            <a:r>
              <a:t>push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11679" y="4937760"/>
            <a:ext cx="22860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40279" y="4572000"/>
            <a:ext cx="1737360" cy="109728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5760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Kodu</a:t>
            </a:r>
            <a:br/>
            <a:r>
              <a:t>indir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77639" y="4937760"/>
            <a:ext cx="22860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0" y="4572000"/>
            <a:ext cx="173736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Node.js</a:t>
            </a:r>
            <a:br/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760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React</a:t>
            </a:r>
            <a:br/>
            <a:r>
              <a:t>npm ci</a:t>
            </a:r>
            <a:br/>
            <a:r>
              <a:t>npm build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43600" y="4937760"/>
            <a:ext cx="22860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199" y="4572000"/>
            <a:ext cx="1737360" cy="10972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Python</a:t>
            </a:r>
            <a:br/>
            <a:r>
              <a:t>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5760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venv olustur</a:t>
            </a:r>
            <a:br/>
            <a:r>
              <a:t>pip install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9559" y="4937760"/>
            <a:ext cx="22860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60" y="4572000"/>
            <a:ext cx="1737360" cy="109728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Artifact</a:t>
            </a:r>
            <a:br/>
            <a:r>
              <a:t>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60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Build ciktisi</a:t>
            </a:r>
            <a:br/>
            <a:r>
              <a:t>paketle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75520" y="4937760"/>
            <a:ext cx="22860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104120" y="4572000"/>
            <a:ext cx="1737360" cy="1097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Azure</a:t>
            </a:r>
            <a:br/>
            <a: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57607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App Service'e</a:t>
            </a:r>
            <a:br/>
            <a:r>
              <a:t>yukle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Agent Factory Uygulamasi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Dogal Dil → AI 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Agent Olusturma Akisi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Kullanici deneyimi adim adim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3566160" cy="2194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1. Tanimla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Kullanici dogal dilde</a:t>
            </a:r>
            <a:br/>
            <a:r>
              <a:t>agent'in ne yapacagini yazar</a:t>
            </a:r>
            <a:br/>
            <a:r>
              <a:t/>
            </a:r>
            <a:br/>
            <a:r>
              <a:t>Orn: 'Excel yukleyip hata</a:t>
            </a:r>
            <a:br/>
            <a:r>
              <a:t>kodlarini bulsun'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566160" cy="2194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2. Analiz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4231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GPT-4o aciklamayi analiz eder</a:t>
            </a:r>
            <a:br/>
            <a:r>
              <a:t/>
            </a:r>
            <a:br/>
            <a:r>
              <a:t>→ Isim onerisi</a:t>
            </a:r>
            <a:br/>
            <a:r>
              <a:t>→ Amac cikartimi</a:t>
            </a:r>
            <a:br/>
            <a:r>
              <a:t>→ Arac/veri kaynagi tespiti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566160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3. Wizard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231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6 adimli sihirbaz:</a:t>
            </a:r>
            <a:br/>
            <a:r>
              <a:t/>
            </a:r>
            <a:br/>
            <a:r>
              <a:t>→ Hedef kitle</a:t>
            </a:r>
            <a:br/>
            <a:r>
              <a:t>→ Ton (resmi/samimi)</a:t>
            </a:r>
            <a:br/>
            <a:r>
              <a:t>→ Cikti formati</a:t>
            </a:r>
            <a:br/>
            <a:r>
              <a:t>→ Kapsam</a:t>
            </a:r>
            <a:br/>
            <a:r>
              <a:t>→ PII</a:t>
            </a:r>
            <a:br/>
            <a:r>
              <a:t>→ Onay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389120"/>
            <a:ext cx="3566160" cy="21945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4.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83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Sistem prompt olusturulur</a:t>
            </a:r>
            <a:br/>
            <a:r>
              <a:t>Tool tanimlari eklenir</a:t>
            </a:r>
            <a:br/>
            <a:r>
              <a:t>Metadata hazirlanir</a:t>
            </a:r>
            <a:br/>
            <a:r>
              <a:t/>
            </a:r>
            <a:br/>
            <a:r>
              <a:t>Otomatik, LLM destekli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389120"/>
            <a:ext cx="3566160" cy="2194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59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5. Onizleme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983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Agent tanimi gozden gecirilir</a:t>
            </a:r>
            <a:br/>
            <a:r>
              <a:t>Talimatlar okunur</a:t>
            </a:r>
            <a:br/>
            <a:r>
              <a:t>Ekosistem grafiginde</a:t>
            </a:r>
            <a:br/>
            <a:r>
              <a:t>konum gosterilir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389120"/>
            <a:ext cx="3566160" cy="2194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457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6. 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9834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Tek tikla Azure AI</a:t>
            </a:r>
            <a:br/>
            <a:r>
              <a:t>Foundry'ye deploy</a:t>
            </a:r>
            <a:br/>
            <a:r>
              <a:t/>
            </a:r>
            <a:br/>
            <a:r>
              <a:t>Agent hemen kullanima</a:t>
            </a:r>
            <a:br/>
            <a:r>
              <a:t>hazir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Azure AI Foundry Senkronizasyon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Tum islemler local + Azure senkronize calisiyor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OLUSTUR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onsolas"/>
              </a:defRPr>
            </a:pPr>
            <a:r>
              <a:t>create_agent()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1. Agent spec dosyasi olusturulur</a:t>
            </a:r>
            <a:br/>
            <a:r>
              <a:t>2. Foundry API'ye create_agent cagrisi</a:t>
            </a:r>
            <a:br/>
            <a:r>
              <a:t>3. Version olusturulur</a:t>
            </a:r>
            <a:br/>
            <a:r>
              <a:t>4. Agent listesine eklenir</a:t>
            </a:r>
            <a:br/>
            <a:r>
              <a:t>5. Lokal + Azure senkron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47472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DUZENLE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onsolas"/>
              </a:defRPr>
            </a:pPr>
            <a:r>
              <a:t>update_agent()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1. Lokal definition guncellenir</a:t>
            </a:r>
            <a:br/>
            <a:r>
              <a:t>2. Arka plan thread baslatilir</a:t>
            </a:r>
            <a:br/>
            <a:r>
              <a:t>3. Foundry'de create_version() cagirilir</a:t>
            </a:r>
            <a:br/>
            <a:r>
              <a:t>4. Yeni versiyon olusur</a:t>
            </a:r>
            <a:br/>
            <a:r>
              <a:t>5. UI: 'Azure sync arka planda'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474720" cy="6400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onsolas"/>
              </a:defRPr>
            </a:pPr>
            <a:r>
              <a:t>delete_agent()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1. Foundry'den agent silinir</a:t>
            </a:r>
            <a:br/>
            <a:r>
              <a:t>2. Lokal agent JSON silinir</a:t>
            </a:r>
            <a:br/>
            <a:r>
              <a:t>3. Spec dosyasi silinir</a:t>
            </a:r>
            <a:br/>
            <a:r>
              <a:t>4. Turkce isim normalizasyonu</a:t>
            </a:r>
            <a:br/>
            <a:r>
              <a:t>5. UI: 'Local + Azure silindi'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577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Segoe UI"/>
              </a:defRPr>
            </a:pPr>
            <a:r>
              <a:t>Turkce Karakter Normalizasyonu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Azure Foundry Turkce karakterleri desteklemiyor.  'Satis Rapor Asistani' → 'Satis-Rapor-Asistani'  |  Silme/guncelleme her iki isimle eslestirilir.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Ne Yapicaz?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t>Sonraki Adimlar &amp; Yol Haritasi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Yol Haritasi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Su an neredeyiz, nereye gidiyoruz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Faz 1 — MVP (Tamamlandi)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Dogal dil ile agent olusturma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Azure AI Foundry entegrasyonu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6 adimli wizard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Streaming chat arayuzu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Agent CRUD (olustur/duzenle/sil)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App Service deploy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Front Door + CDN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WAF custom rules (3 kural)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Origin locking (403)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CI/CD pipeline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✓ Ekosistem gorsellestirme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566160" cy="457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Faz 2 — Guvenlik &amp;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IFS entegrasyonu (kurumsal login)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JWT tabanli kimlik dogrulama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Departman bazli yetkilendirme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WAF → Prevention mode gecisi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WAF Premium + OWASP kurallari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Bot Manager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Custom domain + SSL sertifikasi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RBAC (rol bazli erisim)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Audit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566160" cy="4572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Faz 3 — Genisleme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231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Tool/Function calling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   (gercek servis baglantilari)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MCP protokolu entegrasyonu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Konusma gecmisi (veritabani)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Agent analitik dashboard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Multi-tenant mimari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Agent marketplace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Otomatik test pipeline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Segoe UI"/>
              </a:defRPr>
            </a:pPr>
            <a:r>
              <a:t>○ Agent versiyonlama UI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Faz 2: Governance &amp; Yetkilendirme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6092" y="444304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egoe UI"/>
              </a:defRPr>
            </a:pPr>
            <a:r>
              <a:rPr dirty="0"/>
              <a:t>Authentication, Authorization, Agent Governance, Audit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Authentication: Kim Bu Kullanici?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IFS entegrasyonu + JWT tabanli kimlik dogrulama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011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Kullanici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IFS Login</a:t>
            </a:r>
            <a:br/>
            <a:r>
              <a:t>ekranina gider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86000"/>
            <a:ext cx="2011680" cy="109728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IFS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Kurumsal kimlik</a:t>
            </a:r>
            <a:br/>
            <a:r>
              <a:t>dogrulama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286000"/>
            <a:ext cx="2011680" cy="10972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Agent Factory</a:t>
            </a:r>
            <a:br/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IFS token dogrular</a:t>
            </a:r>
            <a:br/>
            <a:r>
              <a:t>JWT uretir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286000"/>
            <a:ext cx="2011680" cy="10972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JWT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user_id, department</a:t>
            </a:r>
            <a:br/>
            <a:r>
              <a:t>role, permissions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286000"/>
            <a:ext cx="201168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Her API</a:t>
            </a:r>
            <a:br/>
            <a:r>
              <a:t>Istegi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JWT header'da</a:t>
            </a:r>
            <a:br/>
            <a:r>
              <a:t>gonderilir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80" y="26974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4754880" y="26974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040880" y="26974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9326880" y="2697480"/>
            <a:ext cx="36576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53035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Nasil Yapilacak?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/auth/login endpoint'i olusturulacak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IFS API'sine token gonderilip dogrulanacak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Basarili ise JWT uretilecek (HS256/RS256)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JWT icinde: user_id, department, role, exp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Her endpoint'e @require_auth decorator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Token suresi: 8 saat (is gunu)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572000"/>
            <a:ext cx="502920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4663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Neden IFS + JWT?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0292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Kullanicilar zaten IFS'i biliyior — yeni sifre yok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Tek kaynak (single source of truth)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JWT stateless — DB sorgusu gerekmez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Her istekte kim oldugu biliniyor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Departman bilgisi otomatik geliyor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Session yonetimi basit ve guvenli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Authorization: Ne Yapabilir?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3 katmanli RBAC (Role-Based Access Control)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155448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Olustur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011680"/>
            <a:ext cx="155448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Duzenle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011680"/>
            <a:ext cx="155448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Sil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011680"/>
            <a:ext cx="155448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137160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2011680"/>
            <a:ext cx="1554480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371600" cy="502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11111"/>
                </a:solidFill>
                <a:latin typeface="Segoe UI"/>
              </a:defRPr>
            </a:pPr>
            <a:r>
              <a:t>Viewer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46888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46888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46888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6888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468880"/>
            <a:ext cx="1371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dept.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46888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1371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Creator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97180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dept.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97180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agent'lari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97180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agent'lari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7180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971800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dept.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97180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13716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Deployer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47472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dept.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47472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dept.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47472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Kendi dept.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47472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Onaylananlar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474720"/>
            <a:ext cx="13716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Hepsi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3474720"/>
            <a:ext cx="155448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-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77640"/>
            <a:ext cx="1371600" cy="50292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3977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Hepsi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977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Hepsi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3977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Hepsi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977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Hepsi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977640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Hepsi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39776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Tam erisim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754880"/>
            <a:ext cx="530352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72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Departman Bazli Izolasyon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212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Her agent bir departmana ait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Muhasebe sadece muhasebe agent'larini gorur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IT departmani hepsini gorebilir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Agent metadata'sinda department alani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Middleware'de departman filtresi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754880"/>
            <a:ext cx="5029200" cy="20116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66560" y="4846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Segoe UI"/>
              </a:defRPr>
            </a:pPr>
            <a:r>
              <a:t>Nasil Uygulanacak?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212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DB'de users, roles, permissions tablolari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JWT'den role + department okunur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Her API endpoint'te yetki kontrolu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UI'da rol bazli buton goster/gizle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Agent listesi departmana gore filtrelenir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Agent Governance: Onay Mekanizmasi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Agent'larin kendisi de yonetilmeli — kim ne olusturabilir?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11887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Creator</a:t>
            </a:r>
            <a:br/>
            <a:r>
              <a:t>Agent Olusturur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2514600"/>
            <a:ext cx="45720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560320" cy="1188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Onay Bekliyor</a:t>
            </a:r>
            <a:br/>
            <a:r>
              <a:t>statusu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35040" y="2514600"/>
            <a:ext cx="45720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92240" y="2103120"/>
            <a:ext cx="2560320" cy="1188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Deployer/Admin</a:t>
            </a:r>
            <a:br/>
            <a:r>
              <a:t>Inceler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59" y="2514600"/>
            <a:ext cx="457200" cy="22860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59" y="2103120"/>
            <a:ext cx="2560320" cy="11887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Onay → Deploy</a:t>
            </a:r>
            <a:br/>
            <a:r>
              <a:t>Red → Geri Doner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Segoe UI"/>
              </a:defRPr>
            </a:pPr>
            <a:r>
              <a:t>Neden: Herkes kafasina gore agent deploy edemesin. Ozellikle PII veya finansal veri iceren agent'lar icin onay sart.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698480" cy="23774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Segoe UI"/>
              </a:defRPr>
            </a:pPr>
            <a:r>
              <a:t>Agent Capability Sinirlari (Zorunlu Policy'ler)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  <a:latin typeface="Consolas"/>
              </a:defRPr>
            </a:pPr>
            <a:r>
              <a:t>no_pii_access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Segoe UI"/>
              </a:defRPr>
            </a:pPr>
            <a:r>
              <a:t>Agent PII veriye erisemez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Kisisel veri korumasi — KVKK uyumlulugu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48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  <a:latin typeface="Consolas"/>
              </a:defRPr>
            </a:pPr>
            <a:r>
              <a:t>no_financial_advice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148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Segoe UI"/>
              </a:defRPr>
            </a:pPr>
            <a:r>
              <a:t>Finansal tavsiye veremez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148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Yasal sorumluluk riski — sadece bilgilendirme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955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  <a:latin typeface="Consolas"/>
              </a:defRPr>
            </a:pPr>
            <a:r>
              <a:t>read_only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495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Segoe UI"/>
              </a:defRPr>
            </a:pPr>
            <a:r>
              <a:t>Sadece rapor uretir, aksiyon almaz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955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Yanlislikla veri degistirme onlenir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43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  <a:latin typeface="Consolas"/>
              </a:defRPr>
            </a:pPr>
            <a:r>
              <a:t>department_scoped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8430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Segoe UI"/>
              </a:defRPr>
            </a:pPr>
            <a:r>
              <a:t>Sadece kendi departman verisine erisir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843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Departmanlar arasi veri sizintisi engellenir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1904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  <a:latin typeface="Consolas"/>
              </a:defRPr>
            </a:pPr>
            <a:r>
              <a:t>tool_whitelist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6190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111"/>
                </a:solidFill>
                <a:latin typeface="Segoe UI"/>
              </a:defRPr>
            </a:pPr>
            <a:r>
              <a:t>Sadece izin verilen tool'lari kullanabilir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61904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Yetkisiz servis erisimi onlenir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Bu policy'ler agent'in system prompt'una zorla enjekte edilir — creator degistiremez.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Tool/Servis Erisim Kontrolu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Ilerde tool calling geldiginde — hangi agent neye erisebilir?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Agent: Satis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  <a:latin typeface="Segoe UI"/>
              </a:defRPr>
            </a:pPr>
            <a:r>
              <a:t>Izinli Tool'lar: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3716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Excel Okuma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Dosya yukle, veri parse et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Rapor Yazma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Ozet rapor uret, PDF ciktisi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137160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Veritabani (READ)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Satis tablosundan veri cek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Segoe UI"/>
              </a:defRPr>
            </a:pPr>
            <a:r>
              <a:t>Yasakli Tool'lar: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657600"/>
            <a:ext cx="1371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Email Gonderme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Yetkisiz iletisim riski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114800"/>
            <a:ext cx="1371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DB Yazma/Silme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Veri butunlugu korunmali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572000"/>
            <a:ext cx="1371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Dis API Cagrisi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Veri sizintisi riski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5029200"/>
            <a:ext cx="1371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5029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Dosya Sistemi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Sunucu guvenligi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86400"/>
            <a:ext cx="1069848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5577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Segoe UI"/>
              </a:defRPr>
            </a:pPr>
            <a:r>
              <a:t>Nasil Calisacak?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521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Her tool bir izin seviyesi gerektirir (low / medium / high / critical)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Agent olusturulurken izin verilen tool'lar belirlenir → tool_whitelist policy'si</a:t>
            </a:r>
          </a:p>
          <a:p>
            <a:pPr>
              <a:spcAft>
                <a:spcPts val="600"/>
              </a:spcAft>
              <a:defRPr sz="1200">
                <a:solidFill>
                  <a:srgbClr val="666666"/>
                </a:solidFill>
                <a:latin typeface="Segoe UI"/>
              </a:defRPr>
            </a:pPr>
            <a:r>
              <a:t>• Runtime'da agent bir tool cagirdiginda → izin kontrolu yapilir → yetkisizse engellenir ve loglanir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Audit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Kim ne yapti? Her sey kayit altinda.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3716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Auth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7373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Kim login oldu, ne zaman, nereden (IP),</a:t>
            </a:r>
            <a:br/>
            <a:r>
              <a:t>basarili/basarisiz girisler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• Basarisiz giris denemeleri tespit</a:t>
            </a:r>
            <a:br/>
            <a:r>
              <a:t>• Supheli erisim alarmi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3716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Agent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Kim hangi agent'i olusturdu,</a:t>
            </a:r>
            <a:br/>
            <a:r>
              <a:t>duzenledi, sildi — ne zaman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743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• Degisiklik gecmisi takibi</a:t>
            </a:r>
            <a:br/>
            <a:r>
              <a:t>• Sorumluluk belirleme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13716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  <a:latin typeface="Segoe UI"/>
              </a:defRPr>
            </a:pPr>
            <a:r>
              <a:t>Deploy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749039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Kim deploy etti, onay veren kim,</a:t>
            </a:r>
            <a:br/>
            <a:r>
              <a:t>hangi versiyon, basarili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74903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• Deploy gecmisi</a:t>
            </a:r>
            <a:br/>
            <a:r>
              <a:t>• Rollback icin versiyon takibi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3716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Chat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7548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Kim hangi agent ile ne konustu,</a:t>
            </a:r>
            <a:br/>
            <a:r>
              <a:t>ne sordu, ne cevap aldi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7548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• Kullanim analizi</a:t>
            </a:r>
            <a:br/>
            <a:r>
              <a:t>• Yanlis/zararli cevap tespiti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137160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Segoe UI"/>
              </a:defRPr>
            </a:pPr>
            <a:r>
              <a:t>Policy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7607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Hangi policy tetiklendi,</a:t>
            </a:r>
            <a:br/>
            <a:r>
              <a:t>ne engellendi, kac kez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760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• Kural etkinligi olcumu</a:t>
            </a:r>
            <a:br/>
            <a:r>
              <a:t>• Fine-tuning icin veri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00800"/>
            <a:ext cx="10698480" cy="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Segoe UI"/>
              </a:defRPr>
            </a:pPr>
            <a:r>
              <a:t>Loglar → Azure Monitor / Log Analytics → Admin Dashboard'da gorsellestirilir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111"/>
                </a:solidFill>
                <a:latin typeface="Segoe UI"/>
              </a:defRPr>
            </a:pPr>
            <a:r>
              <a:t>Faz 2: Uygulama Plani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Segoe UI"/>
              </a:defRPr>
            </a:pPr>
            <a:r>
              <a:t>Adim adim ne yapilacak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26517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Adim 1: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~1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IFS login endpoint'i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JWT uretimi (HS256)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@require_auth middleware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Login UI sayfasi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Token yenileme mekanizmasi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65176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Adim 2: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~1 Hafta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users, roles, permissions tablolari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Middleware'de rol kontrolu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UI'da rol bazli goster/gizle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Departman filtresi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Admin kullanici yonetim ekrani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6517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Adim 3: Agent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~2 Hafta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Onay workflow (olustur → onayla → deploy)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Policy engine (zorunlu kurallar)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Tool whitelist mekanizmasi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Departman izolasyonu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Agent statu yonetimi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651760" cy="5486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Adim 4: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A580C"/>
                </a:solidFill>
                <a:latin typeface="Segoe UI"/>
              </a:defRPr>
            </a:pPr>
            <a:r>
              <a:t>~1 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346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Tum islemler loglanir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Admin panelinde log goruntulemne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Azure Monitor entegrasyonu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Basit dashboard/raporlar</a:t>
            </a:r>
          </a:p>
          <a:p>
            <a:pPr>
              <a:spcAft>
                <a:spcPts val="300"/>
              </a:spcAft>
              <a:defRPr sz="1100">
                <a:solidFill>
                  <a:srgbClr val="666666"/>
                </a:solidFill>
                <a:latin typeface="Segoe UI"/>
              </a:defRPr>
            </a:pPr>
            <a:r>
              <a:t>• Alert kurallari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6984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Segoe UI"/>
              </a:defRPr>
            </a:pPr>
            <a:r>
              <a:t>Toplam Tahmini Sure: ~5 Hafta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Segoe UI"/>
              </a:defRPr>
            </a:pPr>
            <a:r>
              <a:t>Her adim bagimsiz deploy edilebilir — incremental yaklasim. Adim 1 tamamlanmadan Adim 2'ye gecilemez (auth gerekli).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Sorular?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8888"/>
                </a:solidFill>
                <a:latin typeface="Segoe UI"/>
              </a:defRPr>
            </a:pPr>
            <a:r>
              <a:t>Agent Factory MVP — Hazir ve Calisiyor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AA"/>
                </a:solidFill>
                <a:latin typeface="Segoe UI"/>
              </a:defRPr>
            </a:pPr>
            <a:r>
              <a:t>Ne Yaptik: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Segoe UI"/>
              </a:defRPr>
            </a:pPr>
            <a:r>
              <a:t>App Service  →  Front Door  →  WAF  →  Origin Lock  →  CI/CD  →  Agent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onsolas"/>
              </a:defRPr>
            </a:pPr>
            <a:r>
              <a:t>Demo:  agentfactory-api.azurewebsites.net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2139</Words>
  <Application>Microsoft Office PowerPoint</Application>
  <PresentationFormat>Widescreen</PresentationFormat>
  <Paragraphs>498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ULASCAN</cp:lastModifiedBy>
  <cp:revision>2</cp:revision>
  <dcterms:created xsi:type="dcterms:W3CDTF">2013-01-27T09:14:16Z</dcterms:created>
  <dcterms:modified xsi:type="dcterms:W3CDTF">2026-04-21T16:39:22Z</dcterms:modified>
  <cp:category/>
</cp:coreProperties>
</file>